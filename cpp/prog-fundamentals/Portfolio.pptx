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DABE1-C884-4490-9B1A-7CEB14CAE92A}" v="5" dt="2025-12-11T10:15:59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1DD5-97E9-C95B-1F38-626A73A5A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2BE32-B852-AABC-3601-85AB45E86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FB417-8201-ECF0-188E-A7283980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5BEE-84B2-78FF-50ED-27AF360C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A3121-7533-273A-D4D2-677939BE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37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690D-77B2-2FBD-9140-867A78CF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A6C1E-06CC-CCC1-3A0F-12265211A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EF04-9162-0D3D-D2F9-FE160B90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D105-CA39-E438-D057-EDF545A9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ECA31-D87B-7E58-9A7C-17CAAFC6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63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8A1C-698E-2820-D71E-EFB732DA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09698-91D3-A1AC-366A-C9C98A0A3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3C353-3A0B-85C6-DD4F-9433C5CD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4916B-938B-B742-A26A-D7EB862D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7F790-F671-2A9B-3BAD-96E876B5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89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0A14-CCA4-9DDD-9A86-E8F165C7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13E0-A134-2E32-0B6B-D4808DAFE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5F6DE-F4D0-AC02-4255-020AE3863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FDF55-702C-D243-9A2F-EDFEE825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474C1-7C56-3254-BAD3-8489182F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AE8D4-49D1-9D2C-7740-9837D350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07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58AC-76B4-DAA7-EE28-E4E130C4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BAD9D-1942-38A6-5987-7BCB31428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A82E3-042D-012D-3FED-586725D90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FD299-795B-0359-7F15-B9BC2091D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DFA71-7F3A-BB43-8BD4-E23D4F9A6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09972-3B6F-61B1-9EBE-89B8ADF0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1CF5A-D451-13BF-7E5D-C2624C81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9C3A-62B8-6B07-6E2B-46FED197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8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9573-4B0A-00C9-F523-19E9DF27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982C9-FF18-49F3-D3F8-74BA4016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63401-4984-C09F-3B1F-907E77D7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D1A47-2FCD-7F10-717E-C84EC04B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77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C1DA4-7BDC-8BCD-139C-BCAD159F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3475F-2120-0F39-9E0A-816EB290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30E8F-5E07-F3FF-591E-84CF127C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18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7D72-1625-AA6E-AB9C-C6C353C7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907C-6895-62AF-43A3-56629010B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72957-0BC7-32A9-5C00-B7C5FDFE1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580F-1A48-301C-BB38-E35AD103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DBE2F-09C9-E426-6488-37C9648A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45D31-DCC8-97F4-A993-C79A1253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09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755B-94F6-4BDB-296E-12EDDD53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794A8-1B24-2047-07D8-0879CD2CC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1AB0F-1408-E057-CC4B-D614281E0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CF41-7699-32E5-6D53-70567FAE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CACA9-0659-2334-9C01-85AFD3A6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3108F-67B7-D40E-CA22-C3441122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04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666F-43AD-F29F-676E-565869EE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EAE75-C5A3-0903-4269-7664A4226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B9091-138B-F305-D2C7-89FD5225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0774A-715D-F720-65B1-EB6B6EF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CD310-F920-4BAF-5FF3-21765247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58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F26C5-135B-B3FF-8134-6299E2ADD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EE64B-5A81-1E2A-1976-05725B07A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6F7B1-CE94-AAF2-C82E-CD403C91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6E3C-8A2B-0173-B5BF-A9E0E28F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DCA3-3F22-96E4-D1D5-755B1EC2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0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A48A0-5BC8-E8CA-C1ED-D275AF74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99605-68E0-3C81-CFA9-9D56D4122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0A314-9DA4-3EC2-682C-8804279C7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DC0D0-67F7-404C-AFC7-9B3F9E9C20D6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C1F22-44A4-2D1A-53FE-31398AFB5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8FC7-BB9E-7ED5-03FD-C16242ACD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6C248-EB30-4F03-BA66-F658B78A5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24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layer1041/university-files/tree/main/cpp/prog-fundamental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1996-F8CE-164E-7084-CD4956C52C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Bahnschrift SemiLight Condensed" panose="020B0502040204020203" pitchFamily="34" charset="0"/>
              </a:rPr>
              <a:t>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CA501-596A-4F96-99B9-B49E16AEE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Bahnschrift SemiLight Condensed" panose="020B0502040204020203" pitchFamily="34" charset="0"/>
              </a:rPr>
              <a:t>Sean Vasey</a:t>
            </a:r>
          </a:p>
          <a:p>
            <a:r>
              <a:rPr lang="en-GB" dirty="0">
                <a:latin typeface="Bahnschrift SemiLight Condensed" panose="020B0502040204020203" pitchFamily="34" charset="0"/>
              </a:rPr>
              <a:t>f5093049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DB1B1-F69F-9FB0-8A4B-6B0CD82B38C2}"/>
              </a:ext>
            </a:extLst>
          </p:cNvPr>
          <p:cNvSpPr txBox="1"/>
          <p:nvPr/>
        </p:nvSpPr>
        <p:spPr>
          <a:xfrm>
            <a:off x="874642" y="4206240"/>
            <a:ext cx="37689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highlight>
                  <a:srgbClr val="FFFF00"/>
                </a:highlight>
                <a:hlinkClick r:id="rId2"/>
              </a:rPr>
              <a:t>Link to GitHub Repo</a:t>
            </a:r>
            <a:endParaRPr lang="en-GB" sz="4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904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17EB4E-8B94-AF37-589D-AF3DDF672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2" y="321689"/>
            <a:ext cx="4477375" cy="2486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388A6-18DB-AFAC-617D-5E9E9058B6B6}"/>
              </a:ext>
            </a:extLst>
          </p:cNvPr>
          <p:cNvSpPr txBox="1"/>
          <p:nvPr/>
        </p:nvSpPr>
        <p:spPr>
          <a:xfrm>
            <a:off x="302117" y="2808061"/>
            <a:ext cx="2620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Bahnschrift SemiBold" panose="020B0502040204020203" pitchFamily="34" charset="0"/>
              </a:rPr>
              <a:t>Fahrenheit Calculator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5FD7E-29EE-94DC-6416-C229DA301E85}"/>
              </a:ext>
            </a:extLst>
          </p:cNvPr>
          <p:cNvSpPr txBox="1"/>
          <p:nvPr/>
        </p:nvSpPr>
        <p:spPr>
          <a:xfrm>
            <a:off x="7145518" y="321689"/>
            <a:ext cx="467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1: Types and Variables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4F3ECA-36FE-2C42-16BC-986E3226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26" y="2967205"/>
            <a:ext cx="4112412" cy="3569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2179BD-A081-7188-E4D4-2104A2A6BED2}"/>
              </a:ext>
            </a:extLst>
          </p:cNvPr>
          <p:cNvSpPr txBox="1"/>
          <p:nvPr/>
        </p:nvSpPr>
        <p:spPr>
          <a:xfrm>
            <a:off x="6096000" y="6166979"/>
            <a:ext cx="155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Integer Swap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536064-507D-F258-FFFC-20F0189202AC}"/>
              </a:ext>
            </a:extLst>
          </p:cNvPr>
          <p:cNvSpPr txBox="1"/>
          <p:nvPr/>
        </p:nvSpPr>
        <p:spPr>
          <a:xfrm>
            <a:off x="7079531" y="1025796"/>
            <a:ext cx="474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basic types, variables and arithmetic operators.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DEB1BE-C0A3-95E5-103A-193AF6D40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62" y="3474246"/>
            <a:ext cx="3873775" cy="30620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C806A-A227-E83F-4ABD-D24DB5B4246F}"/>
              </a:ext>
            </a:extLst>
          </p:cNvPr>
          <p:cNvSpPr txBox="1"/>
          <p:nvPr/>
        </p:nvSpPr>
        <p:spPr>
          <a:xfrm>
            <a:off x="4303971" y="3509932"/>
            <a:ext cx="155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Average Calculator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C755EB-4003-39DE-9928-2765E00D31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45" b="1"/>
          <a:stretch/>
        </p:blipFill>
        <p:spPr>
          <a:xfrm>
            <a:off x="2545045" y="2808061"/>
            <a:ext cx="2300422" cy="40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4348-D298-A5DC-34E5-F7EB44F4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B4C611-C8FB-1037-FDE2-DEED1CB81730}"/>
              </a:ext>
            </a:extLst>
          </p:cNvPr>
          <p:cNvSpPr txBox="1"/>
          <p:nvPr/>
        </p:nvSpPr>
        <p:spPr>
          <a:xfrm>
            <a:off x="9820750" y="6016087"/>
            <a:ext cx="14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More/Less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D7BAC-0ECF-FDFC-D6B0-F4D9CE0D5200}"/>
              </a:ext>
            </a:extLst>
          </p:cNvPr>
          <p:cNvSpPr txBox="1"/>
          <p:nvPr/>
        </p:nvSpPr>
        <p:spPr>
          <a:xfrm>
            <a:off x="7279818" y="321689"/>
            <a:ext cx="4543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2: Boolean logic and Conditionals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948C7-0126-3B4E-6E8A-E03CDCC5265F}"/>
              </a:ext>
            </a:extLst>
          </p:cNvPr>
          <p:cNvSpPr txBox="1"/>
          <p:nvPr/>
        </p:nvSpPr>
        <p:spPr>
          <a:xfrm>
            <a:off x="168488" y="3822461"/>
            <a:ext cx="191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Grade Calculator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16B5F-52C1-8BA6-3731-5A62CF44EFDB}"/>
              </a:ext>
            </a:extLst>
          </p:cNvPr>
          <p:cNvSpPr txBox="1"/>
          <p:nvPr/>
        </p:nvSpPr>
        <p:spPr>
          <a:xfrm>
            <a:off x="7279819" y="1227967"/>
            <a:ext cx="4743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Booleans and conditional logic such as if/else statements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658A7-B598-8B06-DE36-9D4DD25188E6}"/>
              </a:ext>
            </a:extLst>
          </p:cNvPr>
          <p:cNvSpPr txBox="1"/>
          <p:nvPr/>
        </p:nvSpPr>
        <p:spPr>
          <a:xfrm>
            <a:off x="5820801" y="3822461"/>
            <a:ext cx="260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Leap year calculator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4F43B-FCD2-58B2-6C6A-698C4B5C8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66" y="3093874"/>
            <a:ext cx="3202745" cy="2922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16E0DC-16DE-752D-39AE-73F619FE3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298" y="4191793"/>
            <a:ext cx="4920958" cy="25087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57A710-9053-DCCE-E0DD-49744470D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89" y="157483"/>
            <a:ext cx="5969618" cy="35697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4F5E41-5493-D92B-36C4-73B293ED7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83" y="4191793"/>
            <a:ext cx="2800741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9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54F5-B8C4-D95F-E26C-5B36A2DC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4F1A94-EC26-42C4-31A7-3639C2C1134C}"/>
              </a:ext>
            </a:extLst>
          </p:cNvPr>
          <p:cNvSpPr txBox="1"/>
          <p:nvPr/>
        </p:nvSpPr>
        <p:spPr>
          <a:xfrm>
            <a:off x="1158240" y="3761371"/>
            <a:ext cx="14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Voting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C28A4-0FB2-01FB-B8A9-7A1E9FFD7D02}"/>
              </a:ext>
            </a:extLst>
          </p:cNvPr>
          <p:cNvSpPr txBox="1"/>
          <p:nvPr/>
        </p:nvSpPr>
        <p:spPr>
          <a:xfrm>
            <a:off x="7279818" y="321689"/>
            <a:ext cx="4543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2: Boolean logic and Conditionals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5455A-9D1B-C597-C99E-11D4300423D9}"/>
              </a:ext>
            </a:extLst>
          </p:cNvPr>
          <p:cNvSpPr txBox="1"/>
          <p:nvPr/>
        </p:nvSpPr>
        <p:spPr>
          <a:xfrm>
            <a:off x="2713355" y="2244674"/>
            <a:ext cx="1158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Sorting using ifs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C5115E-9AA8-FBAF-116C-DB381E25003A}"/>
              </a:ext>
            </a:extLst>
          </p:cNvPr>
          <p:cNvSpPr txBox="1"/>
          <p:nvPr/>
        </p:nvSpPr>
        <p:spPr>
          <a:xfrm>
            <a:off x="6794789" y="1061000"/>
            <a:ext cx="3210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Garfield and his cat doors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F536A-0BEE-7954-E4FF-12FC1595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88" y="71561"/>
            <a:ext cx="2548961" cy="3514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8AB7D2-F1E0-A920-E55D-FE4F33728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24" y="71561"/>
            <a:ext cx="2048466" cy="26457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10E131-1F24-58E4-6FC9-F4BDFCC34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74" y="4130703"/>
            <a:ext cx="5860003" cy="27272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B89ED6-7F24-485E-D1E8-7D8C406BB6F6}"/>
              </a:ext>
            </a:extLst>
          </p:cNvPr>
          <p:cNvSpPr txBox="1"/>
          <p:nvPr/>
        </p:nvSpPr>
        <p:spPr>
          <a:xfrm>
            <a:off x="3219889" y="316811"/>
            <a:ext cx="1304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Simplified </a:t>
            </a:r>
            <a:r>
              <a:rPr lang="en-GB" dirty="0" err="1">
                <a:latin typeface="Bahnschrift SemiBold" panose="020B0502040204020203" pitchFamily="34" charset="0"/>
              </a:rPr>
              <a:t>FizzBuzz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B47589-7A00-20A6-E686-445F6E118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323" y="4301399"/>
            <a:ext cx="3772426" cy="6287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8A05D9-AEE4-A825-69AB-335748F9B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9558" y="2976353"/>
            <a:ext cx="3629532" cy="6096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9385BF-470D-E10F-BE65-41B79D7AC1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795" y="1435339"/>
            <a:ext cx="3135005" cy="40987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6CF0F5-F7D8-70F6-2B0F-B572AA55F4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1795" y="5590129"/>
            <a:ext cx="5112238" cy="12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8DC06-3F2D-58E6-B3C7-7E826D8E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3F53AF-C86C-E59C-A52B-8835C24BB2D7}"/>
              </a:ext>
            </a:extLst>
          </p:cNvPr>
          <p:cNvSpPr txBox="1"/>
          <p:nvPr/>
        </p:nvSpPr>
        <p:spPr>
          <a:xfrm>
            <a:off x="5161285" y="5594668"/>
            <a:ext cx="14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More/Less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E991B-1886-6329-7371-13DD9994E681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3: Arrays and Loops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A9129-1AE8-48F6-1769-149A1B13A4B1}"/>
              </a:ext>
            </a:extLst>
          </p:cNvPr>
          <p:cNvSpPr txBox="1"/>
          <p:nvPr/>
        </p:nvSpPr>
        <p:spPr>
          <a:xfrm>
            <a:off x="7278115" y="1879605"/>
            <a:ext cx="1793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Grade Calculator</a:t>
            </a:r>
          </a:p>
          <a:p>
            <a:r>
              <a:rPr lang="en-GB" dirty="0">
                <a:latin typeface="Bahnschrift SemiBold" panose="020B0502040204020203" pitchFamily="34" charset="0"/>
              </a:rPr>
              <a:t>Revisited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8DB3B-D45C-0750-1516-0BFF49A48972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arrays and loops efficiently.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F8FAF-AC21-9D1F-1B32-5D5A9D886123}"/>
              </a:ext>
            </a:extLst>
          </p:cNvPr>
          <p:cNvSpPr txBox="1"/>
          <p:nvPr/>
        </p:nvSpPr>
        <p:spPr>
          <a:xfrm>
            <a:off x="4245391" y="181819"/>
            <a:ext cx="1278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For Loop practice</a:t>
            </a:r>
          </a:p>
          <a:p>
            <a:endParaRPr lang="en-GB" dirty="0">
              <a:latin typeface="Bahnschrift SemiBol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8F898-4B83-C117-8B6C-29D9E1DE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115" y="2990545"/>
            <a:ext cx="1895740" cy="3715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5D94B3-4CC1-B32F-AB39-6B353D725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826" y="1653339"/>
            <a:ext cx="2707685" cy="50769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3C399E-BEC5-03A2-BB59-3CD764E4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344" y="143612"/>
            <a:ext cx="1695785" cy="30194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D7743D-5ECF-9327-4868-791B6CE50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7430" y="3272408"/>
            <a:ext cx="1257300" cy="3429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0CF7B1-DBA8-0EEA-605D-F7D688ACA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7048" y="1574400"/>
            <a:ext cx="1876687" cy="15337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8498D5-3D9C-9671-8743-E9D7244333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656" y="1165404"/>
            <a:ext cx="3046702" cy="19427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152525A-7199-F8F8-3A7A-09C8711CA68F}"/>
              </a:ext>
            </a:extLst>
          </p:cNvPr>
          <p:cNvSpPr txBox="1"/>
          <p:nvPr/>
        </p:nvSpPr>
        <p:spPr>
          <a:xfrm>
            <a:off x="168489" y="781983"/>
            <a:ext cx="179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Mirror array</a:t>
            </a:r>
          </a:p>
          <a:p>
            <a:endParaRPr lang="en-GB" dirty="0">
              <a:latin typeface="Bahnschrift SemiBold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45AB3F-1C41-7801-4621-65B8266A0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89" y="3272408"/>
            <a:ext cx="279697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7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0505-355E-1D05-BF51-8EAD6160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94DB20-314C-0968-4591-AF1ABAF0F35E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4: Containers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221A0B-777F-7A54-F0F0-37882C0126A3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containers by creating a circle example.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B7B18-1F91-B894-B333-DECB8E8A1158}"/>
              </a:ext>
            </a:extLst>
          </p:cNvPr>
          <p:cNvSpPr txBox="1"/>
          <p:nvPr/>
        </p:nvSpPr>
        <p:spPr>
          <a:xfrm>
            <a:off x="4446301" y="643484"/>
            <a:ext cx="16496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Circles bounce off of edge with random speed</a:t>
            </a:r>
          </a:p>
          <a:p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A7D7-9E11-A073-190A-23D82C08963E}"/>
              </a:ext>
            </a:extLst>
          </p:cNvPr>
          <p:cNvSpPr txBox="1"/>
          <p:nvPr/>
        </p:nvSpPr>
        <p:spPr>
          <a:xfrm>
            <a:off x="8384188" y="3026253"/>
            <a:ext cx="2534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Support for ‘infinite’ multicoloured circles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8DF2E-5C1E-CEA2-87CF-FC063E33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271" y="3768712"/>
            <a:ext cx="2936312" cy="2302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397767-9A5D-4B0E-B032-99BD5BD1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89" y="643484"/>
            <a:ext cx="4174855" cy="5451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AC3EE4-04B2-F321-E006-710CE26C2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939" y="3188158"/>
            <a:ext cx="3758737" cy="29161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A72CCC-FC82-A598-075E-3DBB36693A0E}"/>
              </a:ext>
            </a:extLst>
          </p:cNvPr>
          <p:cNvSpPr txBox="1"/>
          <p:nvPr/>
        </p:nvSpPr>
        <p:spPr>
          <a:xfrm>
            <a:off x="6358990" y="2264828"/>
            <a:ext cx="1649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Change colour smoothly</a:t>
            </a:r>
          </a:p>
        </p:txBody>
      </p:sp>
    </p:spTree>
    <p:extLst>
      <p:ext uri="{BB962C8B-B14F-4D97-AF65-F5344CB8AC3E}">
        <p14:creationId xmlns:p14="http://schemas.microsoft.com/office/powerpoint/2010/main" val="68285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BB38-83E2-87B0-86AF-930F61B0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748EDA-1DF2-18A6-7C16-FE010B8507AB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5: Structures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ADFD7-FE9C-5B35-B036-AE3D569FCD4F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structures.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DD4D9-E42C-01EE-4C3D-1A878D9DB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8" y="230367"/>
            <a:ext cx="4543720" cy="2404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4E792-C4CB-3FFE-9C7A-8D1BED06A494}"/>
              </a:ext>
            </a:extLst>
          </p:cNvPr>
          <p:cNvSpPr txBox="1"/>
          <p:nvPr/>
        </p:nvSpPr>
        <p:spPr>
          <a:xfrm>
            <a:off x="464238" y="2782669"/>
            <a:ext cx="4743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Using Vectors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404B54-D49D-6B51-89B3-945D33AF4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792" y="228204"/>
            <a:ext cx="2066191" cy="2406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38895-B13E-0FD2-10D1-235F0384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78" y="5151052"/>
            <a:ext cx="6839905" cy="14765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E1CC97-25E5-EE41-26F3-99CB536E15D0}"/>
              </a:ext>
            </a:extLst>
          </p:cNvPr>
          <p:cNvSpPr txBox="1"/>
          <p:nvPr/>
        </p:nvSpPr>
        <p:spPr>
          <a:xfrm>
            <a:off x="4712513" y="4633941"/>
            <a:ext cx="255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Hydra-style Circle Gen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333978-F1AA-6C81-2C30-2A18E51A6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510" y="1881538"/>
            <a:ext cx="4568310" cy="47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B5E5-A5B6-12AD-4C67-FA017D75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736F60-B758-8CDD-7F6F-05762CAF37E5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6-7: Maze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9850A-B67E-C693-F6F1-8ECF078B446A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make a maze game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69D13-B464-7517-DB47-EDE4E220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2" y="242754"/>
            <a:ext cx="2923591" cy="2864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87D17-9FA6-F830-3576-F1C3725F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62" y="4416135"/>
            <a:ext cx="3364239" cy="19928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EFE99C-B5D8-9909-414D-3A384545E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815" y="3834245"/>
            <a:ext cx="3205723" cy="25747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050224-E436-1236-55DA-553B521971C4}"/>
              </a:ext>
            </a:extLst>
          </p:cNvPr>
          <p:cNvSpPr txBox="1"/>
          <p:nvPr/>
        </p:nvSpPr>
        <p:spPr>
          <a:xfrm>
            <a:off x="3641135" y="449035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Drawing Maze logic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15DC78-7CE1-BDF4-87F3-51BC95CE220B}"/>
              </a:ext>
            </a:extLst>
          </p:cNvPr>
          <p:cNvSpPr txBox="1"/>
          <p:nvPr/>
        </p:nvSpPr>
        <p:spPr>
          <a:xfrm>
            <a:off x="268298" y="3789689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Player Movement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AA759-88FB-1FB7-F811-293BCC22DDC4}"/>
              </a:ext>
            </a:extLst>
          </p:cNvPr>
          <p:cNvSpPr txBox="1"/>
          <p:nvPr/>
        </p:nvSpPr>
        <p:spPr>
          <a:xfrm>
            <a:off x="5201637" y="4336987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Maze running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7A04AC-A60D-E3B1-50BD-EC6D48C5A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217" y="1610595"/>
            <a:ext cx="5001491" cy="25484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9A33F8-5BFC-88F4-9B2A-F2A917564A2C}"/>
              </a:ext>
            </a:extLst>
          </p:cNvPr>
          <p:cNvSpPr txBox="1"/>
          <p:nvPr/>
        </p:nvSpPr>
        <p:spPr>
          <a:xfrm>
            <a:off x="7354617" y="5887036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 loop</a:t>
            </a:r>
          </a:p>
        </p:txBody>
      </p:sp>
    </p:spTree>
    <p:extLst>
      <p:ext uri="{BB962C8B-B14F-4D97-AF65-F5344CB8AC3E}">
        <p14:creationId xmlns:p14="http://schemas.microsoft.com/office/powerpoint/2010/main" val="221570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1307-0735-33C4-B436-DADB169B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9E041F-D3D3-3A3E-25F7-FD2B137093B7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8: File Saving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56CAD-7A94-2337-254A-90EF73E4B7F7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save the players position in the maze.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B372B-FE2D-6359-782D-3316D4090364}"/>
              </a:ext>
            </a:extLst>
          </p:cNvPr>
          <p:cNvSpPr txBox="1"/>
          <p:nvPr/>
        </p:nvSpPr>
        <p:spPr>
          <a:xfrm>
            <a:off x="3215108" y="321689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Save/Load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E45A1-7ADD-8C8F-271D-25381A85D432}"/>
              </a:ext>
            </a:extLst>
          </p:cNvPr>
          <p:cNvSpPr txBox="1"/>
          <p:nvPr/>
        </p:nvSpPr>
        <p:spPr>
          <a:xfrm>
            <a:off x="268298" y="3789689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67C07-8C00-BB62-9904-36AD4A859B5C}"/>
              </a:ext>
            </a:extLst>
          </p:cNvPr>
          <p:cNvSpPr txBox="1"/>
          <p:nvPr/>
        </p:nvSpPr>
        <p:spPr>
          <a:xfrm>
            <a:off x="5201637" y="4015504"/>
            <a:ext cx="207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891FF4-27BD-7B43-D767-75126EF56673}"/>
              </a:ext>
            </a:extLst>
          </p:cNvPr>
          <p:cNvSpPr txBox="1"/>
          <p:nvPr/>
        </p:nvSpPr>
        <p:spPr>
          <a:xfrm>
            <a:off x="7063672" y="5450618"/>
            <a:ext cx="2078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SaveGame</a:t>
            </a:r>
            <a:br>
              <a:rPr lang="en-GB" dirty="0"/>
            </a:br>
            <a:r>
              <a:rPr lang="en-GB" dirty="0"/>
              <a:t>/</a:t>
            </a:r>
            <a:br>
              <a:rPr lang="en-GB" dirty="0"/>
            </a:br>
            <a:r>
              <a:rPr lang="en-GB" dirty="0" err="1"/>
              <a:t>LoadGame</a:t>
            </a:r>
            <a:br>
              <a:rPr lang="en-GB" dirty="0"/>
            </a:br>
            <a:r>
              <a:rPr lang="en-GB" dirty="0"/>
              <a:t>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44D13-3228-209D-C307-7CE4301A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89" y="133014"/>
            <a:ext cx="2924583" cy="1952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E578A-D1F8-80C6-5249-BFF1288BC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437" y="1891145"/>
            <a:ext cx="3695074" cy="4923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75A1C1-6070-74D4-C02A-9354C0802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5" y="4096935"/>
            <a:ext cx="4660947" cy="26280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BEDD9E-5822-DC04-A369-6D84ADB14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996" y="1419041"/>
            <a:ext cx="4330585" cy="256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5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3756-9CD3-66E6-45A1-94EA334D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week!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2B26F-F6E0-2566-E917-08EB97125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Week 9 was </a:t>
            </a:r>
            <a:r>
              <a:rPr lang="en-GB" dirty="0" err="1"/>
              <a:t>Animex</a:t>
            </a:r>
            <a:r>
              <a:rPr lang="en-GB" dirty="0"/>
              <a:t> week.</a:t>
            </a:r>
          </a:p>
        </p:txBody>
      </p:sp>
    </p:spTree>
    <p:extLst>
      <p:ext uri="{BB962C8B-B14F-4D97-AF65-F5344CB8AC3E}">
        <p14:creationId xmlns:p14="http://schemas.microsoft.com/office/powerpoint/2010/main" val="153874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DF92A-BEC2-F4FD-ABFF-2B12481A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AC9986-41C6-E3DD-C8A2-DD9F4B8011B3}"/>
              </a:ext>
            </a:extLst>
          </p:cNvPr>
          <p:cNvSpPr txBox="1"/>
          <p:nvPr/>
        </p:nvSpPr>
        <p:spPr>
          <a:xfrm>
            <a:off x="7279818" y="321689"/>
            <a:ext cx="4543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SemiBold" panose="020B0502040204020203" pitchFamily="34" charset="0"/>
              </a:rPr>
              <a:t>Week 10: Classes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3AE1C-EF68-DA8F-BD1F-DAB156C47AE2}"/>
              </a:ext>
            </a:extLst>
          </p:cNvPr>
          <p:cNvSpPr txBox="1"/>
          <p:nvPr/>
        </p:nvSpPr>
        <p:spPr>
          <a:xfrm>
            <a:off x="7279819" y="786298"/>
            <a:ext cx="474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This week, we learned how to use classes in relation to the </a:t>
            </a:r>
            <a:r>
              <a:rPr lang="en-GB">
                <a:latin typeface="Bahnschrift SemiBold" panose="020B0502040204020203" pitchFamily="34" charset="0"/>
              </a:rPr>
              <a:t>week 4/5 </a:t>
            </a:r>
            <a:r>
              <a:rPr lang="en-GB" dirty="0">
                <a:latin typeface="Bahnschrift SemiBold" panose="020B0502040204020203" pitchFamily="34" charset="0"/>
              </a:rPr>
              <a:t>Circle worksheet.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20660-F211-9754-6CC7-FD0229D9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579" y="1565019"/>
            <a:ext cx="5819991" cy="39479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38B59D-39D2-C425-F937-B2FD5A540B18}"/>
              </a:ext>
            </a:extLst>
          </p:cNvPr>
          <p:cNvSpPr txBox="1"/>
          <p:nvPr/>
        </p:nvSpPr>
        <p:spPr>
          <a:xfrm>
            <a:off x="7540852" y="5570123"/>
            <a:ext cx="4743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Main.cpp after using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2EB49-7721-BD96-12B9-D2B81C4F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669" y="163589"/>
            <a:ext cx="1676634" cy="6068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284049-46BC-CA4E-CCC2-4365E61B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89" y="163589"/>
            <a:ext cx="3141478" cy="5381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96D037-AA57-3B81-7A14-B91F44C5386A}"/>
              </a:ext>
            </a:extLst>
          </p:cNvPr>
          <p:cNvSpPr txBox="1"/>
          <p:nvPr/>
        </p:nvSpPr>
        <p:spPr>
          <a:xfrm>
            <a:off x="446608" y="5754789"/>
            <a:ext cx="4743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 SemiBold" panose="020B0502040204020203" pitchFamily="34" charset="0"/>
              </a:rPr>
              <a:t>Circle.cpp and </a:t>
            </a:r>
            <a:r>
              <a:rPr lang="en-GB" dirty="0" err="1">
                <a:latin typeface="Bahnschrift SemiBold" panose="020B0502040204020203" pitchFamily="34" charset="0"/>
              </a:rPr>
              <a:t>Circle.h</a:t>
            </a:r>
            <a:endParaRPr lang="en-GB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619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7347-E983-5533-68E9-D83E0B2E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C679A-D07A-ABC5-22A9-19849B0F7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dirty="0"/>
              <a:t>I went into this module with little to no knowledge of C++, but relatively good knowledge of Python and general programming concepts. This made learning the language and syntax a lot easier than if I knew nothing at all. The hardest thing I found was figuring out how header files worked and how to use multiple .</a:t>
            </a:r>
            <a:r>
              <a:rPr lang="en-GB" sz="1400" dirty="0" err="1"/>
              <a:t>cpp</a:t>
            </a:r>
            <a:r>
              <a:rPr lang="en-GB" sz="1400" dirty="0"/>
              <a:t> files to handle code but I got there in the end and could confidently create header files more efficiently. </a:t>
            </a:r>
          </a:p>
          <a:p>
            <a:r>
              <a:rPr lang="en-GB" sz="1400" dirty="0"/>
              <a:t>From this module, I have learned how to properly use C++ and how to apply proper technique to specific programming fundamentals. I still believe there is room to improve on some things such as file handling and pointers, but I don’t doubt I could learn it with enough time and effort. In the future, I wish to work on C++ more and improve my skills as it is one of the more sought-after languages.</a:t>
            </a:r>
          </a:p>
        </p:txBody>
      </p:sp>
    </p:spTree>
    <p:extLst>
      <p:ext uri="{BB962C8B-B14F-4D97-AF65-F5344CB8AC3E}">
        <p14:creationId xmlns:p14="http://schemas.microsoft.com/office/powerpoint/2010/main" val="60355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7ED12B3D349C438C3DDDBD0C4FF72C" ma:contentTypeVersion="4" ma:contentTypeDescription="Create a new document." ma:contentTypeScope="" ma:versionID="54d41a072faf7d961b64aec01b775d6d">
  <xsd:schema xmlns:xsd="http://www.w3.org/2001/XMLSchema" xmlns:xs="http://www.w3.org/2001/XMLSchema" xmlns:p="http://schemas.microsoft.com/office/2006/metadata/properties" xmlns:ns3="fe4c959a-119f-4494-b410-885ba864aa56" targetNamespace="http://schemas.microsoft.com/office/2006/metadata/properties" ma:root="true" ma:fieldsID="74ed38e752688edf4b431eaa2d042868" ns3:_="">
    <xsd:import namespace="fe4c959a-119f-4494-b410-885ba864aa5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c959a-119f-4494-b410-885ba864aa5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F58E71-9891-4EB4-AB57-292D10D83B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4c959a-119f-4494-b410-885ba864aa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EF9935-EB24-49B5-BB82-7F2F72D2D2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5E2C15-4DF4-498F-A517-47268709FB81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fe4c959a-119f-4494-b410-885ba864aa56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3d2115b-a55e-46b6-9df7-b03388ecfc60}" enabled="0" method="" siteId="{43d2115b-a55e-46b6-9df7-b03388ecfc6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440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Bahnschrift SemiBold</vt:lpstr>
      <vt:lpstr>Bahnschrift SemiLight Condensed</vt:lpstr>
      <vt:lpstr>Office Theme</vt:lpstr>
      <vt:lpstr>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 week!</vt:lpstr>
      <vt:lpstr>PowerPoint Presentation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VASEY, SEAN (Student)</dc:creator>
  <cp:lastModifiedBy>VASEY, SEAN (Student)</cp:lastModifiedBy>
  <cp:revision>5</cp:revision>
  <dcterms:created xsi:type="dcterms:W3CDTF">2025-09-29T14:12:31Z</dcterms:created>
  <dcterms:modified xsi:type="dcterms:W3CDTF">2025-12-11T10:17:12Z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0x010100BC7ED12B3D349C438C3DDDBD0C4FF72C</vt:lpwstr>
  </property>
</Properties>
</file>